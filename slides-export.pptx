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从一个现实问题引入：电力是怎么"用不好"的？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强调：不是为了用深度学习而用，而是问题本身驱动了技术选择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这里总体提一下传统方法的不足之处
ARIMA 本质上属于线性时序模型
EMS 和 SCADA 是电网调度系统的两个工具
SVM ， Support Vector Machine（支持向量机），是一种经典的机器学习算法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依次对应前面提出的三个传统方法的问题
我们接下来主要介绍两个基础模型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认真听课的同学肯定会注意到这个模型是老师上课讲过的模型，我们组在老师讲到这里之前，已经找好了相关的资料，所以会在老师讲解的基础上增加一些深度和宽度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为了解决这个问题，LSTM诞生了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直觉性经验也就是片段概括的流程。人类一般都会先总结出关键词，然后再根据关键词进行重述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看到3.30
记日记这个解释真的非常绝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这些公式和这张图片都是出于李沐老师的《动手深度学习》中的开源代码。
lstm是一个比较简单的模型，代码实现也比较简洁，所以在此展示一部分模型代码。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lstm是一个比较简单的模型，在与能源领域结合的时候，往往是作为基础组件使用，和不同的模块或方法进行组合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截了一张论文的结果图，里面的数字部分是其他论文的结果，可以看出来lstm+XGBoost的结果明显优于其他方法。当然，要是不优于这篇论文也没法发出来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grid import 是电网购电量的意思。
Krill Herd Algorithm（KHA）是 2012 年由 Gandomi 和 Alavi 提出的一种群体智能优化算法，灵感来自南极磷虾（krill）的群体行为。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Transformer：用"注意力"替代"记忆"，一次看全整段序列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这是一则来自 2025-06-30 的新闻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这是一则来自 2025-06-30 的新闻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这是一则来自 2025-06-30 的新闻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这是一则来自 2025-06-30 的新闻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SVM是支持向量机（Support Vector Machine），ANN是人工神经网络（Artificial Neural Network）
CNN-1D是一维卷积神经网络（1D Convolutional Neural Network），Bi-LSTM 是向长短期记忆网络（Bidirectional LSTM）
CNN-LSTM — 卷积与长短期记忆的混合网络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confidence intervals 是置信度的意思
这张图和之前的那张图的结果其实差不多，这个列表把RMSE和MAE两个参数都列出来了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细心的观众可能会发现，lstm是1997年的模型，这是将近30年前的模型，transformer是2017年的模型，也将近是20年前的模型。但是我举出的几个例子，却都是新近的在这些模型之上的研究成果。
深度学习领域其实是一个螺旋上升的过程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不断会有新的模型和方法被提出来。
但无论选择哪种模型，都有同一个目标：
1. 让能源系统更高效、更稳定、更少浪费
2. 让可再生能源真正成为可以依赖的力量
深度学习在智慧能源中不是目的，而是手段。它的意义在于让智慧能源离现实更近一步。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深度学习赋能智慧能源</dc:title>
  <dc:subject>## 深度学习与智慧能源
探索 LSTM 与 Transformer 在智慧能源系统中的应用
</dc:subject>
  <dc:creator/>
  <cp:lastModifiedBy/>
  <cp:revision>1</cp:revision>
  <dcterms:created xsi:type="dcterms:W3CDTF">2026-04-22T11:14:14Z</dcterms:created>
  <dcterms:modified xsi:type="dcterms:W3CDTF">2026-04-22T11:14:14Z</dcterms:modified>
</cp:coreProperties>
</file>