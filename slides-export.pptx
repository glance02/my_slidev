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开场说明：这次展示关注量子纠错为什么成为近三年量子计算工程化的核心问题。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这一页只做章节标题，提示接下来先用一个最小 Grover 算法引入。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这一页讲清演示问题：四个候选态中只有 |11&gt; 被 oracle 标记，Grover 通过振幅放大提高它的测量概率，并自然引出长线路可靠性问题。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这一页用 Magic Move 拆解代码模块：导入与建线路、准备叠加态、oracle 标记、振幅放大、测量运行和打印结果。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这一页用 Magic Move 拆解代码模块：导入与建线路、准备叠加态、oracle 标记、振幅放大、测量运行和打印结果。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这一页用 Magic Move 拆解代码模块：导入与建线路、准备叠加态、oracle 标记、振幅放大、测量运行和打印结果。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现场运行代码即可，重点让观众看到 counts 中 |11&gt; 会以最高频率出现。运行后接到下一节：真实规模算法需要更深线路，错误累积会淹没答案，因此需要量子纠错。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第一部分：说明研究重点为什么从算法演示转向可靠性工程。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讲这一页时把“更多物理比特”和“更可靠逻辑比特”的方向变化讲清楚即可。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这一页强调：算法优势已经存在，真正的限制来自硬件错误率和长线路中的错误累积。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第二部分：说明量子纠错如何从物理量子比特构造逻辑量子比特。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这里重点讲清“逻辑量子比特不是一个更好的物理器件，而是一种编码后的信息单元”。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这一页把表面码讲成二维网格和局部检查机制，不需要展开复杂公式。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用这张趋势图说明“扩大规模带来更低逻辑错误率”才是真正有用的纠错。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第三部分：进入 Willow 代表性实验和工程结果。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这里保留三个关键数字：distance-7、101 个物理量子比特、0.143% 每周期逻辑错误率。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这一页讲时间线：从初步错误抑制，到更明确的低于阈值行为。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第四部分：从单一实验结果扩展到平台趋势、剩余挑战和总结。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这一页把中性原子平台作为对照，说明“逻辑量子比特”是跨平台共识。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这一页避免过度解读 Willow：它是重要进展，但还不是完整通用容错量子计算。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最后用一句话收束：量子纠错是把量子计算从实验演示推向可靠工程系统的核心路径。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参考文献单独成页，便于结尾页保持总结聚焦。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量子纠错的工程化拐点</dc:title>
  <dc:subject>PptxGenJS Presentation</dc:subject>
  <dc:creator>雷显秋、丁兆言、唐若恒</dc:creator>
  <cp:lastModifiedBy>雷显秋、丁兆言、唐若恒</cp:lastModifiedBy>
  <cp:revision>1</cp:revision>
  <dcterms:created xsi:type="dcterms:W3CDTF">2026-04-29T05:59:04Z</dcterms:created>
  <dcterms:modified xsi:type="dcterms:W3CDTF">2026-04-29T05:59:04Z</dcterms:modified>
</cp:coreProperties>
</file>